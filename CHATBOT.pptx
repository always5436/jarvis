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4"/>
  </p:notesMasterIdLst>
  <p:sldIdLst>
    <p:sldId id="272" r:id="rId2"/>
    <p:sldId id="271" r:id="rId3"/>
    <p:sldId id="257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24" autoAdjust="0"/>
  </p:normalViewPr>
  <p:slideViewPr>
    <p:cSldViewPr>
      <p:cViewPr>
        <p:scale>
          <a:sx n="73" d="100"/>
          <a:sy n="73" d="100"/>
        </p:scale>
        <p:origin x="-1872" y="-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45AF6-FB6A-4C1C-ABE4-C69EA27169CF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F035A-AE4E-4975-B6C7-5195198EC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0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F035A-AE4E-4975-B6C7-5195198ECB7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 advTm="1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 advTm="1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 advTm="1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 advTm="1000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726E76F-DDE7-41F8-9DC0-343E9129DD24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2439B9AC-4C7F-4A36-B19B-41D95163FAE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slow" advTm="1000">
    <p:wedge/>
  </p:transition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375703">
            <a:off x="891609" y="1125660"/>
            <a:ext cx="7647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  :   </a:t>
            </a:r>
          </a:p>
          <a:p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                        NAME  AS</a:t>
            </a:r>
            <a:endParaRPr lang="en-US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" name="TextBox 2"/>
          <p:cNvSpPr txBox="1"/>
          <p:nvPr/>
        </p:nvSpPr>
        <p:spPr>
          <a:xfrm rot="20444083">
            <a:off x="5644922" y="2488181"/>
            <a:ext cx="309878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5400" b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JARVIS	</a:t>
            </a:r>
            <a:endParaRPr lang="en-US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1506" name="Picture 2" descr="C:\Users\D\AppData\Local\Microsoft\Windows\Temporary Internet Files\Content.IE5\OUGTEQ5O\1533026092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038600"/>
            <a:ext cx="3352800" cy="25908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OVERVIEW</a:t>
            </a:r>
            <a:endParaRPr lang="en-US" b="1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  </a:t>
            </a:r>
          </a:p>
          <a:p>
            <a:pPr>
              <a:buNone/>
            </a:pP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    Introduction</a:t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Types of  </a:t>
            </a:r>
            <a:r>
              <a:rPr lang="en-US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Chatbot</a:t>
            </a: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/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Ruled-Based </a:t>
            </a:r>
            <a:r>
              <a:rPr lang="en-US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Chatbot</a:t>
            </a: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/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AI-Based </a:t>
            </a:r>
            <a:r>
              <a:rPr lang="en-US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chatbot</a:t>
            </a: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/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Need of </a:t>
            </a:r>
            <a:r>
              <a:rPr lang="en-US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Chatbot</a:t>
            </a: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/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How does it response</a:t>
            </a:r>
            <a:b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Requirements</a:t>
            </a:r>
            <a:endParaRPr lang="en-US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pic>
        <p:nvPicPr>
          <p:cNvPr id="22530" name="Picture 2" descr="C:\Users\D\AppData\Local\Microsoft\Windows\Temporary Internet Files\Content.IE5\V116UN83\1553843739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990600"/>
            <a:ext cx="2743200" cy="37338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INTRODUCTION</a:t>
            </a:r>
            <a:endParaRPr lang="en-US" b="1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6942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What is a </a:t>
            </a:r>
            <a:r>
              <a:rPr lang="en-US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ChatBot</a:t>
            </a:r>
            <a:r>
              <a:rPr lang="en-US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????</a:t>
            </a:r>
          </a:p>
          <a:p>
            <a:endParaRPr lang="en-US" b="1" i="1" u="sng" dirty="0" smtClean="0"/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From time to time humans have been trying to gain more and more ways to make lives easier using technology.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(sometimes referred to as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chatterbot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)is a programming that simulates the conversation between a human being through text or voice interaction.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Although it is a new concept it has been gaining popularity due to its features that makes all the work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convenint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for the users.</a:t>
            </a:r>
          </a:p>
          <a:p>
            <a:endParaRPr lang="en-US" dirty="0"/>
          </a:p>
        </p:txBody>
      </p:sp>
      <p:pic>
        <p:nvPicPr>
          <p:cNvPr id="7169" name="Picture 1" descr="C:\Users\D\AppData\Local\Microsoft\Windows\Temporary Internet Files\Content.IE5\OUGTEQ5O\1533026092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304800"/>
            <a:ext cx="3429000" cy="19050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0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1219200"/>
            <a:ext cx="8229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A </a:t>
            </a:r>
            <a:r>
              <a:rPr lang="en-US" sz="40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is a conversational  agent that interacts with users using natural language.</a:t>
            </a:r>
            <a:br>
              <a:rPr lang="en-U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endParaRPr lang="en-US" sz="40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Font typeface="Arial" pitchFamily="34" charset="0"/>
              <a:buChar char="•"/>
            </a:pPr>
            <a:r>
              <a:rPr lang="en-U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Numerous application of </a:t>
            </a:r>
            <a:r>
              <a:rPr lang="en-US" sz="40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chatbots</a:t>
            </a:r>
            <a:r>
              <a:rPr lang="en-US" sz="4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such as customer service, call centers , etc.</a:t>
            </a:r>
          </a:p>
          <a:p>
            <a:endParaRPr lang="en-US" dirty="0"/>
          </a:p>
        </p:txBody>
      </p:sp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Types Of </a:t>
            </a:r>
            <a:r>
              <a:rPr lang="en-US" b="1" spc="0" dirty="0" err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Chatbot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There are two types of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: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Rule Based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Chatbots</a:t>
            </a: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 marL="514350" indent="-514350">
              <a:buAutoNum type="arabicPeriod"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AI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Chatbots</a:t>
            </a: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Britannic Bold" pitchFamily="34" charset="0"/>
              </a:rPr>
              <a:t>Ruled Based </a:t>
            </a:r>
            <a:r>
              <a:rPr lang="en-US" b="1" spc="0" dirty="0" err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Britannic Bold" pitchFamily="34" charset="0"/>
              </a:rPr>
              <a:t>Chatbot</a:t>
            </a:r>
            <a:r>
              <a:rPr lang="en-US" b="1" i="1" u="sng" dirty="0" smtClean="0"/>
              <a:t/>
            </a:r>
            <a:br>
              <a:rPr lang="en-US" b="1" i="1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● These essentially work as an interactive FAQ.</a:t>
            </a:r>
          </a:p>
          <a:p>
            <a:pPr>
              <a:buNone/>
            </a:pP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● They're programmed to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recogine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certain terms and patterns from which they can respond with pre-set answers.</a:t>
            </a:r>
            <a:b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● This type of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lacks of adaptability and analytics capabilities of a human being to well understand a person's expectations and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intertions.This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is very limited, it can response to only very specific commands. If you say the wrong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this,it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do not know what you said.</a:t>
            </a:r>
            <a:b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●  A ruled-based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will never be able to compete with his AI cousin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1" name="Picture 3" descr="C:\Users\D\AppData\Local\Microsoft\Windows\Temporary Internet Files\Content.IE5\V116UN83\Chatbots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152400"/>
            <a:ext cx="1828800" cy="16764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Britannic Bold" pitchFamily="34" charset="0"/>
              </a:rPr>
              <a:t>AI-Based </a:t>
            </a:r>
            <a:r>
              <a:rPr lang="en-US" b="1" spc="0" dirty="0" err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Britannic Bold" pitchFamily="34" charset="0"/>
              </a:rPr>
              <a:t>Chatbot</a:t>
            </a:r>
            <a:r>
              <a:rPr lang="en-US" b="1" i="1" u="sng" dirty="0" smtClean="0"/>
              <a:t/>
            </a:r>
            <a:br>
              <a:rPr lang="en-US" b="1" i="1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 smtClean="0">
              <a:latin typeface="Franklin Gothic Book"/>
            </a:endParaRPr>
          </a:p>
          <a:p>
            <a:pPr>
              <a:buNone/>
            </a:pPr>
            <a:r>
              <a:rPr lang="en-US" dirty="0" smtClean="0">
                <a:latin typeface="Franklin Gothic Book"/>
              </a:rPr>
              <a:t>●</a:t>
            </a:r>
            <a:r>
              <a:rPr lang="en-US" dirty="0" smtClean="0"/>
              <a:t> 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This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has an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artifical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brain also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konw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as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artifical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intelligence. You don't have to be ridiculously specific when you are talking to it. It understands language, not just commands.</a:t>
            </a:r>
          </a:p>
          <a:p>
            <a:pPr>
              <a:buNone/>
            </a:pP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Franklin Gothic Book"/>
              </a:rPr>
              <a:t>●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This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continuously gets smarter as it learns from conversations it has with people.</a:t>
            </a:r>
          </a:p>
          <a:p>
            <a:pPr>
              <a:buNone/>
            </a:pPr>
            <a:endParaRPr lang="en-US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Franklin Gothic Book"/>
              </a:rPr>
              <a:t>● 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We are seeing the first in the market from the really big players :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Alexa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, Google home and Apple's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Siri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are fantastic examples.</a:t>
            </a:r>
          </a:p>
          <a:p>
            <a:endParaRPr lang="en-US" dirty="0"/>
          </a:p>
        </p:txBody>
      </p:sp>
      <p:pic>
        <p:nvPicPr>
          <p:cNvPr id="26626" name="Picture 2" descr="C:\Users\D\AppData\Local\Microsoft\Windows\Temporary Internet Files\Content.IE5\V116UN83\chatbot3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304800"/>
            <a:ext cx="2514600" cy="16002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Britannic Bold" pitchFamily="34" charset="0"/>
              </a:rPr>
              <a:t>Need  of  CHATBOT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7772400" cy="4572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Better human computer interaction.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Available 24/7.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It is not possible to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tackel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a </a:t>
            </a: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  huge amount of peoples queries  </a:t>
            </a: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 at a time by a human.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Save human resources for</a:t>
            </a: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  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qulaitative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task.</a:t>
            </a:r>
          </a:p>
          <a:p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-easy-to-use.</a:t>
            </a:r>
          </a:p>
          <a:p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Chatbot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develpoment</a:t>
            </a: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</a:p>
          <a:p>
            <a:pPr>
              <a:buNone/>
            </a:pPr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    requires less time.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Cost-effective and time-efficient.</a:t>
            </a:r>
          </a:p>
          <a:p>
            <a:endParaRPr lang="en-US" dirty="0"/>
          </a:p>
        </p:txBody>
      </p:sp>
      <p:pic>
        <p:nvPicPr>
          <p:cNvPr id="27652" name="Picture 4" descr="C:\Users\D\AppData\Local\Microsoft\Windows\Temporary Internet Files\Content.IE5\OUGTEQ5O\Chatbots-Facebook-Contests-Tips-Guide-headline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2209800"/>
            <a:ext cx="3200400" cy="38862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5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ritannic Bold" pitchFamily="34" charset="0"/>
              </a:rPr>
              <a:t>HOW DOES IT RESPONSE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L</a:t>
            </a:r>
            <a:r>
              <a:rPr lang="en-US" b="1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ooks for certain patterns of words in the user's input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.</a:t>
            </a:r>
          </a:p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</a:t>
            </a:r>
            <a:r>
              <a:rPr lang="en-US" b="1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eplies with pre-determined output, if the pattern is matched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.</a:t>
            </a:r>
          </a:p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N</a:t>
            </a:r>
            <a:r>
              <a:rPr lang="en-US" b="1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eeds to have an idea of what the user will chat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.</a:t>
            </a:r>
          </a:p>
          <a:p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ritannic Bold" pitchFamily="34" charset="0"/>
              </a:rPr>
              <a:t>REQUIREMENTS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Hardware</a:t>
            </a:r>
          </a:p>
          <a:p>
            <a:pPr lvl="1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Window 10</a:t>
            </a:r>
          </a:p>
          <a:p>
            <a:pPr lvl="1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Microphone</a:t>
            </a:r>
          </a:p>
          <a:p>
            <a:pPr lvl="1"/>
            <a:r>
              <a:rPr lang="en-US" b="1" cap="all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camera</a:t>
            </a:r>
            <a:endParaRPr lang="en-US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Software</a:t>
            </a:r>
          </a:p>
          <a:p>
            <a:pPr lvl="1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Python 3.7</a:t>
            </a:r>
          </a:p>
          <a:p>
            <a:pPr lvl="1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Pip</a:t>
            </a:r>
          </a:p>
          <a:p>
            <a:pPr lvl="1"/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IDE(</a:t>
            </a:r>
            <a:r>
              <a:rPr lang="en-US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pycharm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)</a:t>
            </a:r>
          </a:p>
          <a:p>
            <a:endParaRPr lang="en-US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8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1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4" presetID="24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1010606">
            <a:off x="-82621" y="1452964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Bradley Hand ITC" pitchFamily="66" charset="0"/>
              </a:rPr>
              <a:t>Let’s  see  our  </a:t>
            </a:r>
            <a:r>
              <a:rPr lang="en-US" sz="5400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Bradley Hand ITC" pitchFamily="66" charset="0"/>
              </a:rPr>
              <a:t>chatbot</a:t>
            </a:r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Bradley Hand ITC" pitchFamily="66" charset="0"/>
              </a:rPr>
              <a:t>….</a:t>
            </a:r>
            <a:endParaRPr lang="en-US" sz="5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Bradley Hand ITC" pitchFamily="66" charset="0"/>
            </a:endParaRPr>
          </a:p>
        </p:txBody>
      </p:sp>
      <p:pic>
        <p:nvPicPr>
          <p:cNvPr id="23554" name="Picture 2" descr="C:\Users\D\AppData\Local\Microsoft\Windows\Temporary Internet Files\Content.IE5\GIUR90FM\1560345078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0722627">
            <a:off x="592917" y="3371877"/>
            <a:ext cx="8636864" cy="2866079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2" name="Picture 6" descr="C:\Users\D\AppData\Local\Microsoft\Windows\Temporary Internet Files\Content.IE5\N17GW6KI\thank-you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19996352">
            <a:off x="1470798" y="1630461"/>
            <a:ext cx="6729908" cy="3844148"/>
          </a:xfrm>
          <a:prstGeom prst="rect">
            <a:avLst/>
          </a:prstGeom>
          <a:noFill/>
        </p:spPr>
      </p:pic>
    </p:spTree>
  </p:cSld>
  <p:clrMapOvr>
    <a:masterClrMapping/>
  </p:clrMapOvr>
  <p:transition spd="slow" advTm="1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179</TotalTime>
  <Words>337</Words>
  <Application>Microsoft Office PowerPoint</Application>
  <PresentationFormat>On-screen Show (4:3)</PresentationFormat>
  <Paragraphs>59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Metro</vt:lpstr>
      <vt:lpstr>PowerPoint Presentation</vt:lpstr>
      <vt:lpstr>OVERVIEW</vt:lpstr>
      <vt:lpstr>INTRODUCTION</vt:lpstr>
      <vt:lpstr>PowerPoint Presentation</vt:lpstr>
      <vt:lpstr>Types Of Chatbot </vt:lpstr>
      <vt:lpstr>Ruled Based Chatbot </vt:lpstr>
      <vt:lpstr>AI-Based Chatbot </vt:lpstr>
      <vt:lpstr>Need  of  CHATBOT </vt:lpstr>
      <vt:lpstr>HOW DOES IT RESPONSE </vt:lpstr>
      <vt:lpstr>REQUIREMENTS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Name As jarvis</dc:title>
  <dc:creator>D</dc:creator>
  <cp:lastModifiedBy>Mohit yadav</cp:lastModifiedBy>
  <cp:revision>26</cp:revision>
  <dcterms:created xsi:type="dcterms:W3CDTF">2022-02-05T02:50:16Z</dcterms:created>
  <dcterms:modified xsi:type="dcterms:W3CDTF">2022-02-07T07:16:50Z</dcterms:modified>
</cp:coreProperties>
</file>